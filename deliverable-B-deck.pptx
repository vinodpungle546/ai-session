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  |  BLOCK: Hook</a:t>
            </a:r>
          </a:p>
          <a:p/>
          <a:p>
            <a:r>
              <a:t>- One-line framing: "Today is not about how models work. It's about what it means to deliver software whose core component sometimes answers the same question differently."</a:t>
            </a:r>
          </a:p>
          <a:p>
            <a:r>
              <a:t>- Promise: by the end, you'll have a checklist of questions to ask any team building an AI feature, and a mental model for where the cost and risk live.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1:30  |  BLOCK: Hook</a:t>
            </a:r>
          </a:p>
          <a:p/>
          <a:p>
            <a:r>
              <a:t>- Land the vocabulary early: non-determinism = the same input can give different outputs across runs. Not a bug; a property.</a:t>
            </a:r>
          </a:p>
          <a:p>
            <a:r>
              <a:t>- Analogy: hiring a very fast, very bright contractor who is right 95% of the time and confidently wrong the rest — and the 5% moves around. You don't stop hiring them; you change how you review their work.</a:t>
            </a:r>
          </a:p>
          <a:p>
            <a:r>
              <a:t>- "Everything after this slide is about the how you review their work part."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0:30 (demo runs ~5:00)  |  BLOCK: Demo</a:t>
            </a:r>
          </a:p>
          <a:p/>
          <a:p>
            <a:r>
              <a:t>- Keep this slide up while running the demo. Say the three watch-points out loud — they are the structure of the debrief.</a:t>
            </a:r>
          </a:p>
          <a:p>
            <a:r>
              <a:t>- Contingency if the demo stalls: "Watch what it does when it gets confused — that IS the lesson," then switch to the pre-recorded run.</a:t>
            </a:r>
          </a:p>
          <a:p>
            <a:r>
              <a:t>- Backup plan: pre-recorded run of the same task, side-by-side with the live attempt — "same task, same model class, different path" makes the non-determinism point even better.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  |  BLOCK: Demo debrief</a:t>
            </a:r>
          </a:p>
          <a:p/>
          <a:p>
            <a:r>
              <a:t>- Map each part to what was just seen on screen ("you saw it call the run-tests tool at 2:14...").</a:t>
            </a:r>
          </a:p>
          <a:p>
            <a:r>
              <a:t>- The harness is the part most teams underinvest in. Without one: an agent with shell access once "fixed" a failing test by DELETING the test. With a harness rule ("tests are read-only during fix tasks"), that path is blocked.</a:t>
            </a:r>
          </a:p>
          <a:p>
            <a:r>
              <a:t>- Without memory: the agent re-asks the same clarifying question every session; with memory, corrections persist.</a:t>
            </a:r>
          </a:p>
          <a:p>
            <a:r>
              <a:t>- Key line: "The model is rented intelligence. The harness is the part you own. Quality and safety live mostly in the part you own."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1:30  |  BLOCK: Demo debrief</a:t>
            </a:r>
          </a:p>
          <a:p/>
          <a:p>
            <a:r>
              <a:t>- Vendor demos love multi-agent because it photographs well. In delivery, it's usually the more expensive and less debuggable option.</a:t>
            </a:r>
          </a:p>
          <a:p>
            <a:r>
              <a:t>- The one multi-agent pattern with consistently good ROI: a separate reviewer/critic agent, because independence catches what self-review misses. Everything else: default to single-agent.</a:t>
            </a:r>
          </a:p>
          <a:p>
            <a:r>
              <a:t>- Tie to demo: "What you just saw was one agent with five good tools. Note how much that already did."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1:30  |  BLOCK: Lifecycle</a:t>
            </a:r>
          </a:p>
          <a:p/>
          <a:p>
            <a:r>
              <a:t>- Define jargon on first use: eval set = a curated set of inputs with known-good outputs, treated like a spec and a test suite.</a:t>
            </a:r>
          </a:p>
          <a:p>
            <a:r>
              <a:t>- Manager question to ask: "Show me the eval set. Who approved it, and how many real production cases does it cover?"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1:30  |  BLOCK: Lifecycle</a:t>
            </a:r>
          </a:p>
          <a:p/>
          <a:p>
            <a:r>
              <a:t>- The line that lands: "You're not estimating construction any more. You're estimating experimentation plus construction."</a:t>
            </a:r>
          </a:p>
          <a:p>
            <a:r>
              <a:t>- Practical guidance: timebox quality cycles. "Two eval-and-tune iterations, then we decide ship / shrink scope / descope" beats open-ended "make it better."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1:30  |  BLOCK: Lifecycle</a:t>
            </a:r>
          </a:p>
          <a:p/>
          <a:p>
            <a:r>
              <a:t>- Analogy: performance testing — you track a metric against a threshold, and any change requires re-running the benchmark.</a:t>
            </a:r>
          </a:p>
          <a:p>
            <a:r>
              <a:t>- Cost note (foreshadowing slide 18): evals aren't free — every regression run is API spend. Budget for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1:30  |  BLOCK: Lifecycle</a:t>
            </a:r>
          </a:p>
          <a:p/>
          <a:p>
            <a:r>
              <a:t>- The uncomfortable sentence for leadership: "You can ship nothing, change nothing, and get a customer-impacting change anyway." Pinning + evals on upgrade is the defence.</a:t>
            </a:r>
          </a:p>
          <a:p>
            <a:r>
              <a:t>- Ask teams: "When the model provider updates the model, what's our process? Who re-runs the eval set?"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0:45  |  BLOCK: Toolkit</a:t>
            </a:r>
          </a:p>
          <a:p/>
          <a:p>
            <a:r>
              <a:t>- This is the section to photograph. The next six slides are one technique each — what it does, what it doesn't, and the manager's one-line check.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  |  BLOCK: Toolkit</a:t>
            </a:r>
          </a:p>
          <a:p/>
          <a:p>
            <a:r>
              <a:t>- Demo hook: "In the demo you'll see the triage agent's output constrained to a three-field schema. The format was perfect every run; the content still needed the eval suite."</a:t>
            </a:r>
          </a:p>
          <a:p>
            <a:r>
              <a:t>- Manager check: "Are model outputs validated against a schema before any downstream action?"</a:t>
            </a:r>
          </a:p>
          <a:p>
            <a:r>
              <a:t>- Small-model caveat: strict schema adherence can wobble on fast/cheap models — mitigation: validate-and-retry once, and keep schemas shallow.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  |  BLOCK: Toolkit</a:t>
            </a:r>
          </a:p>
          <a:p/>
          <a:p>
            <a:r>
              <a:t>- Best guardrails are structural, not persuasive: don't prompt "please don't delete tests" — remove the tool permission.</a:t>
            </a:r>
          </a:p>
          <a:p>
            <a:r>
              <a:t>- Manager check: "What can the agent do to production systems, and what is structurally impossible for it?"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  |  BLOCK: Toolkit</a:t>
            </a:r>
          </a:p>
          <a:p/>
          <a:p>
            <a:r>
              <a:t>- The measurable claim worth tracking: answer grounded-rate — % of answers whose claims trace to a retrieved source.</a:t>
            </a:r>
          </a:p>
          <a:p>
            <a:r>
              <a:t>- Manager check: "Where does the answer's knowledge come from, and can a reviewer click through to the source?"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  |  BLOCK: Toolkit</a:t>
            </a:r>
          </a:p>
          <a:p/>
          <a:p>
            <a:r>
              <a:t>- Key management insight: autonomy is earned with evidence (eval scores, not vibes), and it's reversible — the ladder goes down too.</a:t>
            </a:r>
          </a:p>
          <a:p>
            <a:r>
              <a:t>- Manager check: "Which actions require a human click today, and what evidence would move that gate?"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  |  BLOCK: Toolkit</a:t>
            </a:r>
          </a:p>
          <a:p/>
          <a:p>
            <a:r>
              <a:t>- This is our own operating model, live: primary = our in-house agent on a fast, cost-efficient model; escalation = frontier model for the hard tail. Deliberately model-agnostic — one config change swaps the backend.</a:t>
            </a:r>
          </a:p>
          <a:p>
            <a:r>
              <a:t>- The point isn't the specific models; it's the pattern: cheap-first routing with an evidence-based escalation trigger.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3:00  |  BLOCK: Observability</a:t>
            </a:r>
          </a:p>
          <a:p/>
          <a:p>
            <a:r>
              <a:t>- What to watch week over week, not just point-in-time: a slow quality slide usually means upstream drift or content rot.</a:t>
            </a:r>
          </a:p>
          <a:p>
            <a:r>
              <a:t>- One tile people forget: override rate — how often humans reverse the AI. Rising overrides = your human-in-the-loop is quietly becoming the quality process.</a:t>
            </a:r>
          </a:p>
          <a:p>
            <a:r>
              <a:t>- Manager check: "Which of these six numbers can you see today for the AI features in your portfolio?"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5:00  |  BLOCK: Vibe coding</a:t>
            </a:r>
          </a:p>
          <a:p/>
          <a:p>
            <a:r>
              <a:t>- Tone: this is a productivity win IF the review discipline holds.</a:t>
            </a:r>
          </a:p>
          <a:p>
            <a:r>
              <a:t>- Story example: an agent "fixed" a bug by catching and silently swallowing the exception — test passed, bug moved to production. The control that catches it: reviewer checklist item "did the test actually exercise the failure path?"</a:t>
            </a:r>
          </a:p>
          <a:p>
            <a:r>
              <a:t>- Manager check: "What fraction of last sprint's merged PRs were AI-assisted, and did their defect rate differ from hand-written PRs?" That measurable difference is the whole conversation in one number.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3:30  |  BLOCK: Cost</a:t>
            </a:r>
          </a:p>
          <a:p/>
          <a:p>
            <a:r>
              <a:t>- The one number to ask for: cost per accepted, quality-checked output — not cost per token. The first includes your determinism tax; the second hides it.</a:t>
            </a:r>
          </a:p>
          <a:p>
            <a:r>
              <a:t>- Our own setup as the case study: fast model handles most traffic; the harness decides when to escalate. The eval suite tells us the escalation trigger is calibrated — that's why evals are spend you protect, not spend you cut.</a:t>
            </a:r>
          </a:p>
          <a:p>
            <a:r>
              <a:t>- Flag: structure sourced from practice; figures illustrative.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  |  BLOCK: Close</a:t>
            </a:r>
          </a:p>
          <a:p/>
          <a:p>
            <a:r>
              <a:t>- Close with the ask: "Pick one AI feature in your portfolio. Bring me the five answers at the next update."</a:t>
            </a:r>
          </a:p>
          <a:p>
            <a:r>
              <a:t>- Hand off to Q&amp;A / handout distribution.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3774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Managing the Lifecycle of AI-Enabled Products and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BFD4D4"/>
                </a:solidFill>
                <a:latin typeface="Calibri"/>
              </a:rPr>
              <a:t>Making AI features behave predictably when the model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B7280"/>
                </a:solidFill>
                <a:latin typeface="Calibri"/>
              </a:rPr>
              <a:t>Bi-weekly managers' update  ·  40 minutes including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B7280"/>
                </a:solidFill>
                <a:latin typeface="Calibri"/>
              </a:rPr>
              <a:t>[Speaker name]  ·  [Date]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42062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5728" y="4334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TRADITIONAL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4709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Same input + same code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= same output, every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2062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4334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AI-ENABLED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4709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Same input + same code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can give different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1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The one thing that's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Traditional software: same input + same code = same output. Test it once, it stays tested.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AI features: same input + same code can produce different outputs. The model is a component you don't fully control.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This means: quality is statistical, not binary. “It passed testing” needs a new definition.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Example: a ticket-triage feature that routes 96/100 tickets correctly every run — but the same 4 tickets fail different ones each run. [illustrative]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1 · 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0:00–2:30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LIVE DEMO — an AI coding agent on a real backlog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15544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865376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THE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402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“Add an input-validation fix to a small service and update its tests.”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A44"/>
                </a:solidFill>
                <a:latin typeface="Calibri"/>
              </a:rPr>
              <a:t>Watch for three things: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3291840" cy="1188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348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1. What tools it 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206240"/>
            <a:ext cx="3291840" cy="1188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4348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2. What it remembers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206240"/>
            <a:ext cx="3291840" cy="1188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4348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3. Where it hesitates or goes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2 · 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2:30–4:30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2 · DEMO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Debrief #1 — the five parts of an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2286000" cy="841248"/>
          </a:xfrm>
          <a:prstGeom prst="roundRect">
            <a:avLst>
              <a:gd name="adj" fmla="val 6000"/>
            </a:avLst>
          </a:prstGeom>
          <a:solidFill>
            <a:srgbClr val="E3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44"/>
                </a:solidFill>
                <a:latin typeface="Calibri"/>
              </a:rPr>
              <a:t>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609344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The model. Proposes what to do next. (Here: our in-house agent on a fast, cost-efficient model.)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87168"/>
            <a:ext cx="2286000" cy="841248"/>
          </a:xfrm>
          <a:prstGeom prst="roundRect">
            <a:avLst>
              <a:gd name="adj" fmla="val 6000"/>
            </a:avLst>
          </a:prstGeom>
          <a:solidFill>
            <a:srgbClr val="E3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15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44"/>
                </a:solidFill>
                <a:latin typeface="Calibr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54203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Things it can DO — read files, run tests, call APIs, open PRs.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19856"/>
            <a:ext cx="2286000" cy="841248"/>
          </a:xfrm>
          <a:prstGeom prst="roundRect">
            <a:avLst>
              <a:gd name="adj" fmla="val 6000"/>
            </a:avLst>
          </a:prstGeom>
          <a:solidFill>
            <a:srgbClr val="E3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4845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44"/>
                </a:solidFill>
                <a:latin typeface="Calibri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47472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Packaged know-how — reusable playbooks for recurring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352544"/>
            <a:ext cx="2286000" cy="841248"/>
          </a:xfrm>
          <a:prstGeom prst="roundRect">
            <a:avLst>
              <a:gd name="adj" fmla="val 6000"/>
            </a:avLst>
          </a:prstGeom>
          <a:solidFill>
            <a:srgbClr val="E3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811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44"/>
                </a:solidFill>
                <a:latin typeface="Calibri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407408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What it remembers across steps and sessions — the task, decisions, prior corrections.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85232"/>
            <a:ext cx="2286000" cy="841248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13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5340096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code around the model that turns 'a clever answer' into 'a completed task' — orchestration, output checks, limits, logging.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The model is rented intelligence. The harness is the part you own.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2 · Demo debrief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4:30–6:30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2 · DEMO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Debrief #2 — when multi-agent helps (and when it doesn't)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82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HELPS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574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Genuinely separable concerns (planner → coder → reviewer)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Parallelisable work — e.g. migrate 40 files across 4 workers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An independent REVIEWER agent that didn't write the code it checks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82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3A3A"/>
                </a:solidFill>
                <a:latin typeface="Calibri"/>
              </a:rPr>
              <a:t>COSTS WHEN IT DOESN'T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574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• Every handoff multiplies tokens and latency — a 3-agent chain can cost 2–4× a single agent [illustrative]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• Errors compound at each handoff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• Debugging “which agent dropped the context?” is its own specialty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63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Rule of thumb: start with one agent + good tools. Add agents only when a specific, measured failure says you need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2 · Demo debrief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6:30–8:00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3 · LIFECYCLE SHIFTS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Requirements: from spec to intent +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Traditional: detailed requirements → build. AI features: you specify intent plus worked examples (“these 10 inputs, these 10 expected outputs”).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New artefact that didn't exist before: the eval set — curated inputs with known-good outputs; a spec AND a test suite in one.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Implication: SME time moves upstream. Domain experts co-own the examples, not just the sign-off.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605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42885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MANAGER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46634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“Show me the eval set. Who approved it, and how many real production cases does it cover?”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605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42885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CONCRETE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46634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50–200 real cases across normal, edge, and adversarial inputs — before you trust any accuracy number a team quotes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3 ·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11:30–13:00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3 · LIFECYCLE SHIFTS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Estimation: the new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Building the feature is often faster (days not weeks). Two new cost centres replace the old one: evaluation and harness/guardrail work.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Realistic shape for a first AI feature [illustrative]: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154680"/>
            <a:ext cx="2468880" cy="68580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101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BUILD 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154680"/>
            <a:ext cx="3291840" cy="68580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3310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EVALS + HARNESS 40%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154680"/>
            <a:ext cx="2468880" cy="685800"/>
          </a:xfrm>
          <a:prstGeom prst="roundRect">
            <a:avLst>
              <a:gd name="adj" fmla="val 6000"/>
            </a:avLst>
          </a:prstGeom>
          <a:solidFill>
            <a:srgbClr val="8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33101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INTEGRATION + ROLLOUT 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vs. traditional: ~70% build, ~30% test + rollout [illustrative]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348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Why estimates slip: quality is discovered empirically. You can't code-review your way to knowing a model gets 92% vs 97% — you have to measure it, and the target moves with each model update.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3 ·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13:00–14:30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3 · LIFECYCLE SHIFTS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Testing: from assertions to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Traditional tests: pass/fail assertions, fully automatable. AI testing: quality RATES over many cases — “94% correct this run, 96% last run” — plus targeted assertions for the deterministic parts (schema, formatting, refusal rules).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Two layers that must both exist:</a:t>
            </a:r>
          </a:p>
          <a:p>
            <a:pPr lvl="1"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–  Evals — does the output meet the bar?</a:t>
            </a:r>
          </a:p>
          <a:p>
            <a:pPr lvl="1"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–  Regression evals — did last week's prompt/model/skill change break something that worked? (The layer teams forget.)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Release criteria change: from “all tests pass” to “quality ≥ threshold on eval set, no regression on golden set, failure modes within agreed limits.”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89204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02005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MENTAL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5394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Less like unit testing, more like performance testing: track a metric against a threshold, and re-run the benchmark on every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3 ·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14:30–16:00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3 · LIFECYCLE SHIFTS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Release and support: shipping a component that drifts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Traditional release risk is YOUR change. AI release risk includes things you didn't change: the model behind your feature can be silently updated by the vendor; behaviour can drift.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Two practices that close the gap:</a:t>
            </a:r>
          </a:p>
          <a:p>
            <a:pPr lvl="1"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–  Version pinning — know exactly which model + prompt + skill version produced every output.</a:t>
            </a:r>
          </a:p>
          <a:p>
            <a:pPr lvl="1"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–  Canary rollouts — route 5–10% of traffic first, compare quality metrics before full release [illustrative].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Support changes: tickets stop being “it's broken” and become “the answer was wrong / subtle-wrong.” Support needs an escalation path that feeds failing cases back into the eval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29200"/>
            <a:ext cx="11155680" cy="1143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15721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3A3A"/>
                </a:solidFill>
                <a:latin typeface="Calibri"/>
              </a:rPr>
              <a:t>THE UNCOMFORTABLE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5532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“You can ship nothing, change nothing, and get a customer-impacting change anyway.” Pinning + evals on upgrade is the defence. Ask: when the model provider updates the model, what's our process? Who re-runs the eval set?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3 ·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16:00–17:30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9202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Determinism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FD4D4"/>
                </a:solidFill>
                <a:latin typeface="Calibri"/>
              </a:rPr>
              <a:t>You can't stop the dice — but you can build around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Goal is not literal determinism; it's predictable-enough behaviour: bounded failure modes, consistent quality, auditable decisions.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Six techniques — each with a “does” and a “does not fix.”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These are layers — pick per risk, not all always (cost: block 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297680"/>
            <a:ext cx="1783080" cy="100584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572000"/>
            <a:ext cx="1636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Structured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4297680"/>
            <a:ext cx="1783080" cy="100584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4572000"/>
            <a:ext cx="1636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297680"/>
            <a:ext cx="1783080" cy="100584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4572000"/>
            <a:ext cx="1636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RAG (grounding)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297680"/>
            <a:ext cx="1783080" cy="100584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4572000"/>
            <a:ext cx="1636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Human-in-the-loop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297680"/>
            <a:ext cx="1783080" cy="100584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4572000"/>
            <a:ext cx="1636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Retries + fallbacks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4297680"/>
            <a:ext cx="196596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4572000"/>
            <a:ext cx="1819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Eval suite (wraps all)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Eval suite is the measurement layer around every other layer.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4 · Determinism 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19:30–20:15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4 ·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1. Structured / constrained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82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574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Forces the answer into a schema (JSON with required fields, an enumerated category, a strict format).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Turns “prose that looks right” into data you can validate programmatically.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0E7C7B"/>
                </a:solidFill>
                <a:latin typeface="Calibri"/>
              </a:rPr>
              <a:t>Cheap, fast, high ROI — do this everywhere.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82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3A3A"/>
                </a:solidFill>
                <a:latin typeface="Calibri"/>
              </a:rPr>
              <a:t>DOES NOT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574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Whether the CONTENT is correct. A perfectly formatted JSON can contain a wrong category or an invented ticket 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7498079" cy="1737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88536"/>
            <a:ext cx="7132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MANAGER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663440"/>
            <a:ext cx="71323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“Are model outputs validated against a schema before any downstream action?”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16052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42885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SMALL-MODEL CAVEAT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Strict schemas can wobble on fast/cheap models. Mitigation: validate-and-retry once; keep schemas shallow.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4 · Determinism toolkit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20:15–21:15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4 ·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2.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82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574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Enforces the rules AROUND the model: input filters, output filters, allow-lists of actions, permission limits on tools (the harness's job).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This is what stops “delete the failing test.”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82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3A3A"/>
                </a:solidFill>
                <a:latin typeface="Calibri"/>
              </a:rPr>
              <a:t>DOES NOT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574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Subtle quality problems. Guardrails catch FORBIDDEN behaviour, not MEDIOCRE behaviour.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Best guardrails are structural, not persuasive: don't prompt “please don't delete tests” — remove the tool permission.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15721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MANAGER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532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“What can the agent DO to production systems, and what is structurally impossible for it?”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4 · Determinism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21:15–22:15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4 ·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3. RAG — grounding in your own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B2B2B"/>
                </a:solidFill>
                <a:latin typeface="Calibri"/>
              </a:rPr>
              <a:t>RAG (“retrieval-augmented generation”): before answering, the system fetches relevant passages from YOUR documents and tells the model to answer only from those.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4597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346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Sharply reduces invented facts on knowledge tasks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Gives you citations you can audit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Keeps answers current without retraining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3172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4597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3A3A"/>
                </a:solidFill>
                <a:latin typeface="Calibri"/>
              </a:rPr>
              <a:t>DOES NOT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8346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Bad source documents — RAG faithfully retrieves your stale wiki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Multi-document synthesis: weaker on small models. Mitigation: narrower retrieval, chunked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6636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29437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MANAGER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669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“Where does the answer's knowledge come from, and can a reviewer click through to the source?”  ·  Track: grounded-answer rate — % of answers whose claims trace to a retrieved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4 · Determinism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22:15–23:15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4 ·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4. Human-in-the-loop checkpoints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82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57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Puts a human approval gate at consequential steps — before code merges, before an email sends, before a refund issues.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0E7C7B"/>
                </a:solidFill>
                <a:latin typeface="Calibri"/>
              </a:rPr>
              <a:t>The single most effective risk control early in an AI feature's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82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3A3A"/>
                </a:solidFill>
                <a:latin typeface="Calibri"/>
              </a:rPr>
              <a:t>DOES NOT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57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Throughput — it's a bottleneck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It DECAYS: rubber-stamping sets in around approval #200 [illustrative]. Design for graduated autonomy.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Calibri"/>
              </a:rPr>
              <a:t>The autonomy ladder (earned with evidence, reversible):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09160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E3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9011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A44"/>
                </a:solidFill>
                <a:latin typeface="Calibri"/>
              </a:rPr>
              <a:t>SUGGEST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8688" y="4709160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B9C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49011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A44"/>
                </a:solidFill>
                <a:latin typeface="Calibri"/>
              </a:rPr>
              <a:t>APPROVE 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34456" y="4709160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8" y="49011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EXCEPTIONS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0224" y="4709160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23376" y="49011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AUDIT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75157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MANAGER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6126480"/>
            <a:ext cx="10789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“Which actions require a human click today, and what evidence would move that gate?”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4 · Determinism toolkit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23:15–24:15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4 ·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5 + 6. Retries, fallbacks — and the eval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82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A44"/>
                </a:solidFill>
                <a:latin typeface="Calibri"/>
              </a:rPr>
              <a:t>RETRIES + FALLBACKS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574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A failed validation or low-confidence answer triggers a re-ask, a different prompt, or escalation to a stronger model.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0E7C7B"/>
                </a:solidFill>
                <a:latin typeface="Calibri"/>
              </a:rPr>
              <a:t>DOES: rescues transient failures cheaply.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B33A3A"/>
                </a:solidFill>
                <a:latin typeface="Calibri"/>
              </a:rPr>
              <a:t>DOES NOT FIX: systematic errors — retrying a misunderstanding 3× gets the same wrong answer, 3× the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82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THE EVAL SUITE WRAPS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574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The measurement layer: tells you whether any of the other five layers actually improved quality.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Doubles as a regression suite — run on every change to prompts, skills, or model 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526280"/>
            <a:ext cx="11155680" cy="15544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65429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THIS IS OUR OWN OPERATING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029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Primary: our in-house agent on a fast, cost-efficient model. Escalation: frontier model for the hard tail.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Deliberately model-agnostic — one config change swaps the backend. Cheap-first routing with an evidence-based escalation trigger.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4 · Determinism toolkit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24:15–25:30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5 ·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The manager's dashboard for AI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Instrument every call: input, output, model + prompt + skill VERSIONS, tool calls made, latency, token cost, and the eval verdict.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42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A44"/>
                </a:solidFill>
                <a:latin typeface="Calibri"/>
              </a:rPr>
              <a:t>QUALITY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sampled prod traffic  ·  trend + threshold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37744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542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A44"/>
                </a:solidFill>
                <a:latin typeface="Calibri"/>
              </a:rPr>
              <a:t>GROUNDED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0358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claims trace to a source  ·  trend + threshold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37744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542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A44"/>
                </a:solidFill>
                <a:latin typeface="Calibri"/>
              </a:rPr>
              <a:t>ESCALATIONS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0358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to the stronger model  ·  trend + threshold 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4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13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A44"/>
                </a:solidFill>
                <a:latin typeface="Calibri"/>
              </a:rPr>
              <a:t>COST /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074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incl. retries + evals  ·  trend + threshold 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4904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913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OVERRIDES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074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5D3E0"/>
                </a:solidFill>
                <a:latin typeface="Calibri"/>
              </a:rPr>
              <a:t>humans reversing the AI  ·  trend + threshold 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74904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913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A44"/>
                </a:solidFill>
                <a:latin typeface="Calibri"/>
              </a:rPr>
              <a:t>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4074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p95, trended  ·  trend + threshold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Traffic-light thresholds agreed up front: green = within failure budget · amber = regression on golden set · red = override rate or cost/task over limit. Watch trends week over week — a slow quality slide means upstream drift or content rot.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5 · 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26:30–29:30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6 · 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Vibe coding: developer practices → manager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Vibe coding = developers building features and fixing bugs by directing AI coding agents in natural language. Already happening on several teams. The failure mode isn't bad code — it's UNREVIEWED code that looks fine.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33288" y="2377440"/>
            <a:ext cx="6035040" cy="566928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96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DEVELOPER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0448" y="249631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SIGNAL THE MANAGER WATCHES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44368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33288" y="2944368"/>
            <a:ext cx="6035040" cy="5669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26664"/>
            <a:ext cx="4892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Small, scoped tasks (one function/bug per prompt)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3026664"/>
            <a:ext cx="5806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PR size stays reviewable — watch for mega-PRs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33288" y="3566160"/>
            <a:ext cx="6035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48456"/>
            <a:ext cx="4892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Agent writes tests first / tests included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3648456"/>
            <a:ext cx="5806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Coverage % on AI-authored code — watch for drops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87952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33288" y="4187952"/>
            <a:ext cx="6035040" cy="5669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70248"/>
            <a:ext cx="4892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Every AI line reviewed like a hire's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4270248"/>
            <a:ext cx="5806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Review comments per AI PR — watch for “LGTM, zero comments” streaks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9744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33288" y="4809744"/>
            <a:ext cx="6035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4892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Provenance logged (agent/model/prompt)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4892040"/>
            <a:ext cx="5806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Provenance field in PR — watch for unlabelled AI PRs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31536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33288" y="5431536"/>
            <a:ext cx="6035040" cy="5669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13832"/>
            <a:ext cx="4892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Dependencies only via approved 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5513832"/>
            <a:ext cx="5806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Dependency-diff in PRs — watch for silent new packages (supply-chain risk)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6053328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33288" y="6053328"/>
            <a:ext cx="6035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135624"/>
            <a:ext cx="4892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No AI-only merges to prod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6135624"/>
            <a:ext cx="5806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Branch rules — watch for override frequency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7B"/>
                </a:solidFill>
                <a:latin typeface="Calibri"/>
              </a:rPr>
              <a:t>One number to own: defect rate of AI-assisted PRs vs hand-written PRs.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6 · Vibe coding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29:30–34:30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7 ·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Where the money goes — and the cheaper-model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Spend accumulates in four places — three are CAUSED by your determinism efforts:</a:t>
            </a:r>
          </a:p>
          <a:p>
            <a:pPr lvl="1">
              <a:lnSpc>
                <a:spcPct val="106000"/>
              </a:lnSpc>
              <a:spcAft>
                <a:spcPts val="10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–  Per-run tokens (multi-agent chains multiply this)</a:t>
            </a:r>
          </a:p>
          <a:p>
            <a:pPr lvl="1">
              <a:lnSpc>
                <a:spcPct val="106000"/>
              </a:lnSpc>
              <a:spcAft>
                <a:spcPts val="10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–  Retries and escalations (each retry = full re-run)</a:t>
            </a:r>
          </a:p>
          <a:p>
            <a:pPr lvl="1">
              <a:lnSpc>
                <a:spcPct val="106000"/>
              </a:lnSpc>
              <a:spcAft>
                <a:spcPts val="10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–  Evals + regression runs (API spend on every change)</a:t>
            </a:r>
          </a:p>
          <a:p>
            <a:pPr lvl="1">
              <a:lnSpc>
                <a:spcPct val="106000"/>
              </a:lnSpc>
              <a:spcAft>
                <a:spcPts val="10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–  Observability / infra (logging every call)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24612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33741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ILLUSTRATIVE ARITHMETIC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7490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Triage feature, 10k runs/month: base run on a fast model ≈ $0.004/run. Adding retry-on-validate + daily eval cycle + reviewer-agent pass → effective cost per ACCEPTED output = 3–5× base [illustrative].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0E7C7B"/>
                </a:solidFill>
                <a:latin typeface="Calibri"/>
              </a:rPr>
              <a:t>Still trivially cheap vs a human analyst — the point is knowing your multiplier.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4612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33741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CONTROLS THAT KEEP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37490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1. Route by difficulty — fast model first, escalate on low confidence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2. Cache and reuse (same question + docs → same answer)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3. Right-size evals (full suite on release; smoke set daily)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4. Multi-agent only for independent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66360"/>
            <a:ext cx="11155680" cy="1143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29437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THE TRADE-OFF TO INTERNALISE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669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A cheaper model + a stronger harness usually beats an expensive model + a thin harness — on cost AND predictability. Upgrade the model only when the eval suite shows the harness has hit its ceiling. Ask for: cost per ACCEPTED, quality-checked output — not cost per token.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7 ·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34:30–38:00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BLOCK 8 ·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A44"/>
                </a:solidFill>
                <a:latin typeface="Calibri"/>
              </a:rPr>
              <a:t>What to take back to your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685800" cy="713232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0992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554480"/>
            <a:ext cx="10332720" cy="71323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“Show me the eval set — who approved it, and what does it cover?”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95728"/>
            <a:ext cx="685800" cy="713232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51176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395728"/>
            <a:ext cx="10332720" cy="71323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57860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“What is the model ALLOWED to do, and what's structurally impossible?”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36976"/>
            <a:ext cx="685800" cy="713232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92424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236976"/>
            <a:ext cx="10332720" cy="71323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41985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“Which human approvals exist, and what evidence moves them?”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78224"/>
            <a:ext cx="685800" cy="713232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3367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4078224"/>
            <a:ext cx="10332720" cy="71323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26110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“Which of the six dashboard numbers do I get, weekly?”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19472"/>
            <a:ext cx="685800" cy="713232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4919472"/>
            <a:ext cx="10332720" cy="71323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10235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“What's the cost per accepted output, and what's the escalation rule?”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97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</a:rPr>
              <a:t>The theme: you can't make the model deterministic — you build the predictability around it. That's now a delivery discipline with its own estimation, testing, and cost profile.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Block 8 · Close · Q&amp;A + handout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73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38:00–40:00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